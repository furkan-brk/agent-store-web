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4754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&amp; PLAY  —  FROM SERVICE TO REVENUE IN MINUTES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sales team. No custom integrations. No billing setup.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Wrap your service once — sell to every company on the Store instantly.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2788920" cy="2606040"/>
          </a:xfrm>
          <a:prstGeom prst="rect">
            <a:avLst/>
          </a:prstGeom>
          <a:solidFill>
            <a:srgbClr val="00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17320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45336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832" y="153619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" y="181965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Expose your service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12264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85416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any existing API, workflow, or AI model as an MCP endpoint. No rewrite needed — a thin adapter is all it takes.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3639312"/>
            <a:ext cx="2788920" cy="384048"/>
          </a:xfrm>
          <a:prstGeom prst="rect">
            <a:avLst/>
          </a:prstGeom>
          <a:solidFill>
            <a:srgbClr val="0A152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363931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/  Python fn  /  Workflow output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54680" y="1417320"/>
            <a:ext cx="2788920" cy="2606040"/>
          </a:xfrm>
          <a:prstGeom prst="rect">
            <a:avLst/>
          </a:prstGeom>
          <a:solidFill>
            <a:srgbClr val="1A0D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417320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545336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67912" y="153619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67912" y="181965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 on Agent Store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112264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85416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price in credits, define access tiers, and go live. Discovery, documentation, and permissions handled by the Store.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154680" y="3639312"/>
            <a:ext cx="2788920" cy="384048"/>
          </a:xfrm>
          <a:prstGeom prst="rect">
            <a:avLst/>
          </a:prstGeom>
          <a:solidFill>
            <a:srgbClr val="0A152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63931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publish  /  Auto-docs  /  Versioning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1417320"/>
            <a:ext cx="2788920" cy="2606040"/>
          </a:xfrm>
          <a:prstGeom prst="rect">
            <a:avLst/>
          </a:prstGeom>
          <a:solidFill>
            <a:srgbClr val="022B1C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41732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545336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93992" y="153619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93992" y="181965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Companies subscribe &amp; pay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112264"/>
            <a:ext cx="2514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185416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buyer on the Store can discover, trial, and subscribe. Credits flow on-chain automatically — zero invoicing, zero chasing.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80760" y="3639312"/>
            <a:ext cx="2788920" cy="384048"/>
          </a:xfrm>
          <a:prstGeom prst="rect">
            <a:avLst/>
          </a:prstGeom>
          <a:solidFill>
            <a:srgbClr val="0A152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363931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credits  /  Auto revenue-share  /  Instant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017520" y="2706624"/>
            <a:ext cx="13716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54096" y="2624328"/>
            <a:ext cx="54864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62656" y="25968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&gt;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943600" y="2706624"/>
            <a:ext cx="1371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0176" y="2624328"/>
            <a:ext cx="5486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88736" y="25968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&gt;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0" y="4114800"/>
            <a:ext cx="4206240" cy="932688"/>
          </a:xfrm>
          <a:prstGeom prst="rect">
            <a:avLst/>
          </a:prstGeom>
          <a:solidFill>
            <a:srgbClr val="1A0808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114800"/>
            <a:ext cx="42062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4169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B2B Software Sale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37160" y="44439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6–18 month sales cycle  ·  Custom integration per buyer  ·  Manual invoicing  ·  No discoverability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60520" y="4206240"/>
            <a:ext cx="822960" cy="822960"/>
          </a:xfrm>
          <a:prstGeom prst="ellipse">
            <a:avLst/>
          </a:prstGeom>
          <a:solidFill>
            <a:srgbClr val="1A305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052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937760" y="4114800"/>
            <a:ext cx="4206240" cy="932688"/>
          </a:xfrm>
          <a:prstGeom prst="rect">
            <a:avLst/>
          </a:prstGeom>
          <a:solidFill>
            <a:srgbClr val="021A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37760" y="4114800"/>
            <a:ext cx="4206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4920" y="4169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Store  (Plug &amp; Play)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74920" y="44439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Publish once  ·  Instant discovery  ·  Auto on-chain billing  ·  Any buyer, any time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Plug &amp; Play Service Sales</dc:title>
  <dc:subject>PptxGenJS Presentation</dc:subject>
  <dc:creator>PptxGenJS</dc:creator>
  <cp:lastModifiedBy>PptxGenJS</cp:lastModifiedBy>
  <cp:revision>1</cp:revision>
  <dcterms:created xsi:type="dcterms:W3CDTF">2026-05-05T15:33:47Z</dcterms:created>
  <dcterms:modified xsi:type="dcterms:W3CDTF">2026-05-05T15:33:47Z</dcterms:modified>
</cp:coreProperties>
</file>