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 —  INTELLIGENCE AS A SERVICE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Store is delivered entirely as a managed service — you deploy on your servers, we power the intelligence.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1572768"/>
            <a:ext cx="1005840" cy="25603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Open 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Self-Hosted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103120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848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docker-compose deploy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505456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871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 (read-only)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907792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9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credit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310128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AI pipeline calls /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71246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941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14216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1421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Credit top-up sales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111556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1115568"/>
            <a:ext cx="2743200" cy="868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117043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64408" y="1572768"/>
            <a:ext cx="1005840" cy="25603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4340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 SaaS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64408" y="2103120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0848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on-prem deployment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64408" y="2505456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4871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marketplace + creator tools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64408" y="2907792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889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 &amp; Mission workflows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64408" y="3310128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pipeline (10 calls / min)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64408" y="3712464"/>
            <a:ext cx="54864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6941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email support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154680" y="4014216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64408" y="401421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Monthly licence + credits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1115568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1115568"/>
            <a:ext cx="274320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117043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44768" y="1572768"/>
            <a:ext cx="100584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White-label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Contract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44768" y="2103120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0848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on-prem cluster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44768" y="2505456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24871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 &amp; domain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44768" y="2907792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2889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pipeline calls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44768" y="3310128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44768" y="3712464"/>
            <a:ext cx="54864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36941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 + on-site support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035040" y="4014216"/>
            <a:ext cx="2743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44768" y="401421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Annual contract + rev-share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4462272"/>
            <a:ext cx="9144000" cy="6766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Sales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01752" y="4754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On-chain top-ups per agent use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468880" y="4517136"/>
            <a:ext cx="0" cy="5486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42032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Licences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542032" y="4754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/ annual SaaS subscriptions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09160" y="4517136"/>
            <a:ext cx="0" cy="5486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82312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Rev-Share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782312" y="4754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of credits on each agent transaction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49440" y="4517136"/>
            <a:ext cx="0" cy="54864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22592" y="4480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Deals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022592" y="4754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contracts + white-label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Store - Revenue Model</dc:title>
  <dc:subject>PptxGenJS Presentation</dc:subject>
  <dc:creator>PptxGenJS</dc:creator>
  <cp:lastModifiedBy>PptxGenJS</cp:lastModifiedBy>
  <cp:revision>1</cp:revision>
  <dcterms:created xsi:type="dcterms:W3CDTF">2026-05-05T14:46:17Z</dcterms:created>
  <dcterms:modified xsi:type="dcterms:W3CDTF">2026-05-05T14:46:17Z</dcterms:modified>
</cp:coreProperties>
</file>