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  —  AGENTS ARE JUST THE BEGINNING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sell services to each other — fully through the Store.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Store becomes a B2B intelligence marketplace: every node in the chain is a tradeable, composable service.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2788920" cy="3017520"/>
          </a:xfrm>
          <a:prstGeom prst="rect">
            <a:avLst/>
          </a:prstGeom>
          <a:solidFill>
            <a:srgbClr val="00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508760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36776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1636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1911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building blocks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86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AI prompt agents, each with its own character, quality score, and on-chain identity. Creators publish; companies subscribe.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18688"/>
            <a:ext cx="54864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20040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 agent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54864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47472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Data-analysis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67328"/>
            <a:ext cx="54864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74904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Document-drafting agent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54864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2336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triage agent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4178808"/>
            <a:ext cx="2788920" cy="347472"/>
          </a:xfrm>
          <a:prstGeom prst="rect">
            <a:avLst/>
          </a:prstGeom>
          <a:solidFill>
            <a:srgbClr val="0A152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417880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prompt access via credits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1508760"/>
            <a:ext cx="2788920" cy="3017520"/>
          </a:xfrm>
          <a:prstGeom prst="rect">
            <a:avLst/>
          </a:prstGeom>
          <a:solidFill>
            <a:srgbClr val="1E10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150876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1636776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13048" y="1636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813048" y="1911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Agents working in concert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2194560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286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pipelines that chain agents together. Companies build, version, and sell entire automated processes — no code required on the buyer side.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3218688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320040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pipeline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91840" y="3493008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347472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workflow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3767328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374904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automation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91840" y="4041648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402336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loop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54680" y="4178808"/>
            <a:ext cx="2788920" cy="347472"/>
          </a:xfrm>
          <a:prstGeom prst="rect">
            <a:avLst/>
          </a:prstGeom>
          <a:solidFill>
            <a:srgbClr val="0A15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64408" y="417880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workflow execution as SaaS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1508760"/>
            <a:ext cx="2788920" cy="3017520"/>
          </a:xfrm>
          <a:prstGeom prst="rect">
            <a:avLst/>
          </a:prstGeom>
          <a:solidFill>
            <a:srgbClr val="2D1F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0760" y="150876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1636776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39128" y="1636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739128" y="1911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Plug into any AI system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2194560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2286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exposed as Model Context Protocol tools. Any external AI (Claude, GPT, custom) can call them — turning the Store into an open intelligence API layer.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0" y="3218688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7648" y="320040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enrichment tool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17920" y="3493008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347472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checker tool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17920" y="3767328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27648" y="374904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optimizer tool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17920" y="4041648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402336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&amp; localisation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080760" y="4178808"/>
            <a:ext cx="2788920" cy="347472"/>
          </a:xfrm>
          <a:prstGeom prst="rect">
            <a:avLst/>
          </a:prstGeom>
          <a:solidFill>
            <a:srgbClr val="0A152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0488" y="417880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tool calls per invocation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017520" y="2743200"/>
            <a:ext cx="1828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90088" y="2633472"/>
            <a:ext cx="164592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7180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--&gt;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89788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--&gt;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0" y="4617720"/>
            <a:ext cx="9144000" cy="43891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4663440"/>
            <a:ext cx="16459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663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Company A  (Seller)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965960" y="46634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publishes agent / workflow / tool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965960" y="48280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&gt;&gt;&gt;&gt;&gt;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931920" y="4663440"/>
            <a:ext cx="128016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31920" y="4663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Agent Store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257800" y="48280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&gt;&gt;&gt;&gt;&gt;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257800" y="4663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discovers &amp; subscribes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132320" y="4663440"/>
            <a:ext cx="17373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32320" y="4663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Company B  (Buyer)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Store Ecosystem</dc:title>
  <dc:subject>PptxGenJS Presentation</dc:subject>
  <dc:creator>PptxGenJS</dc:creator>
  <cp:lastModifiedBy>PptxGenJS</cp:lastModifiedBy>
  <cp:revision>1</cp:revision>
  <dcterms:created xsi:type="dcterms:W3CDTF">2026-05-05T15:30:33Z</dcterms:created>
  <dcterms:modified xsi:type="dcterms:W3CDTF">2026-05-05T15:30:33Z</dcterms:modified>
</cp:coreProperties>
</file>