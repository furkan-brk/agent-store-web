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14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583680" y="-822960"/>
            <a:ext cx="3474720" cy="347472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0" y="-365760"/>
            <a:ext cx="2377440" cy="2377440"/>
          </a:xfrm>
          <a:prstGeom prst="ellipse">
            <a:avLst/>
          </a:prstGeom>
          <a:solidFill>
            <a:srgbClr val="00CFB4">
              <a:alpha val="8000"/>
            </a:srgbClr>
          </a:solidFill>
          <a:ln w="12700">
            <a:solidFill>
              <a:srgbClr val="00CFB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8686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Store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Intelligence Layer for On-Premise AI Agents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80467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  ·  Deploy  ·  Monetize AI Agent Prompts on-chain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260604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260604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AI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3383280"/>
            <a:ext cx="260604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080760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Chain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 STORE?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unified marketplace where AI agent prompts are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discovered, shared, and monetized — on your infrastructure.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280160" y="2029968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curated library of AI agent prompts across 8 specialisations — from Code Wizards to Data Oracles.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154680" y="1874520"/>
            <a:ext cx="27432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160520" y="2029968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160520" y="2029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Analyse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9184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is analysed by Claude &amp; Gemini, scored for quality, and assigned a unique pixel-art character.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040880" y="202996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040880" y="2029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$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credits (Monad testnet) govern access. Creators earn when their agents are used — fully auditable.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for enterprise teams that need control, traceability, and AI governance on their own servers.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—  INTELLIGENCE AS A SERVICE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Store is delivered entirely as a managed service — you deploy on your servers, we power the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1005840" cy="25603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</a:rPr>
              <a:t>Open 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Self-Hosted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103120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docker-compose deploy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50545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(read-only)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907792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credit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310128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AI pipeline calls /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71246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8404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Credit top-up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154680" y="1115568"/>
            <a:ext cx="274320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26440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64408" y="1572768"/>
            <a:ext cx="100584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26440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SaaS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64408" y="2103120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38328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on-prem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64408" y="2505456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38328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+ creator tools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64408" y="2907792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38328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&amp; Mission workflows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64408" y="3310128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38328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pipeline (10 calls / min)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64408" y="3712464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38328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email support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5468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26440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Monthly licence + credits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6035040" y="1115568"/>
            <a:ext cx="27432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14476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44768" y="1572768"/>
            <a:ext cx="100584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14476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White-label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Contract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4768" y="2103120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626364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on-prem cluster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44768" y="2505456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26364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&amp; domain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4768" y="2907792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626364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pipeline calls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44768" y="3310128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626364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44768" y="3712464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626364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 + on-site support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03504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614476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Annual contract + rev-share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462272"/>
            <a:ext cx="914400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30175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Sales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0175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On-chain top-ups per agent use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6888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254203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Licences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54203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/ annual SaaS subscriptions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916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478231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Rev-Share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78231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credits on each agent transaction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702259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Deals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02259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contracts + white-label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173736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594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 (Dart)  ·  GoRouter  ·  MetaMask Bridge  ·  Vercel 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8686800" cy="548640"/>
          </a:xfrm>
          <a:prstGeom prst="rect">
            <a:avLst/>
          </a:prstGeom>
          <a:solidFill>
            <a:srgbClr val="E0F2FE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173736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2860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1143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CORS  ·  Rate Limiter  ·  API Key Auth  ·  Reverse Proxy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691640"/>
            <a:ext cx="8686800" cy="640080"/>
          </a:xfrm>
          <a:prstGeom prst="rect">
            <a:avLst/>
          </a:prstGeom>
          <a:solidFill>
            <a:srgbClr val="EDE9FE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8600" y="1691640"/>
            <a:ext cx="173736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2860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1691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(analysis + chat)  ·  Gemini Flash (prompt scoring)  ·  Replicate (pixel-art generation)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8686800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28600" y="2331720"/>
            <a:ext cx="173736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2860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2331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Svc  ·  Agent Svc  ·  AI Pipeline Svc  ·  Guild Svc  ·  Workspace Svc     [Go 1.22 + Gin + GORM]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8686800" cy="548640"/>
          </a:xfrm>
          <a:prstGeom prst="rect">
            <a:avLst/>
          </a:prstGeom>
          <a:solidFill>
            <a:srgbClr val="D1FAE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17373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286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2971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In-process Cache  ·  Agents · Users · Guilds · Missions · Notifications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520440"/>
            <a:ext cx="86868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17373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2860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3520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Testnet (EVM)  ·  AgentStoreCredits.sol  ·  AgentRegistry.sol  ·  ChainID 10143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4069080"/>
            <a:ext cx="8686800" cy="548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28600" y="4069080"/>
            <a:ext cx="173736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2860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SERVERS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7400" y="40690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 ·  Monolith or Microservices mode  ·  Railway / Fly.io compatible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Monolith mode: all services run in-process.  Microservices mode: each service in its own container behind the gateway.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64008" cy="1252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29768" y="10058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2976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731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1556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8 agent categories. Save to personal library. Fork and build on others'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64008" cy="1252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910328" y="100584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1032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731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11556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auto-scored by Claude &amp; Gemini for quality, safety, and category classification.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2048256"/>
            <a:ext cx="64008" cy="1252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29768" y="23957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29768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2121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Pixel-Art Characters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50545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character generated per agent (Wizard, Oracle, Guardian...) with 5 rarity tiers.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754880" y="2048256"/>
            <a:ext cx="64008" cy="1252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910328" y="239572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10328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121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System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50545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 with GuildMaster AI that suggests Missions and Legend workflows.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38144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74320" y="3438144"/>
            <a:ext cx="64008" cy="1252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29768" y="3785616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29768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3511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Authentication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389534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Wallet-based login via MetaMask. Credits managed on Monad testnet — fully on-chain.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38144"/>
            <a:ext cx="416052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64008" cy="1252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910328" y="3785616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910328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3511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Leaderboard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389534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logs, ratings, weekly leader rewards, achievements, and social follow graph.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features are API-driven and accessible via the Flutter Web interface or directly through the REST API.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WEB3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379476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64008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Pixel-Art Character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 —  Backend /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00784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66928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 —  Planning / PM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 —  Data /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66928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 —  Security / Infra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688336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66928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 —  Frontend /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  —  Creative / Writing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346704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66928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 —  Research / Education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675888"/>
            <a:ext cx="64008" cy="256032"/>
          </a:xfrm>
          <a:prstGeom prst="rect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66928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 —  Business / Marketing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206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Rarity:  Common  &gt;  Uncommon  &gt;  Rare  &gt;  Epic  &gt;  Legendary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749808"/>
            <a:ext cx="4160520" cy="379476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09160" y="749808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846320" y="8778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 System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389888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846320" y="1389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Testnet  ·  ChainID 10143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865376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46320" y="1865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1865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&gt; personal_sign(nonce) &gt; JWT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340864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846320" y="2340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contract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2340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AgentStoreCredits.sol  (ERC-20 style)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816352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84632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816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AgentRegistry.sol — ownership + hash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291840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84632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deduct + ledger in single TX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767328"/>
            <a:ext cx="1463040" cy="320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46320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earn credits on each agent use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  —  AGENTS ARE JUST THE BEGINNING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sell services to each other — fully through the Store.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Store becomes a B2B intelligence marketplace: every node in the chain is a tradeable, composable service.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96024"/>
            <a:ext cx="2788920" cy="3017520"/>
          </a:xfrm>
          <a:prstGeom prst="rect">
            <a:avLst/>
          </a:prstGeom>
          <a:solidFill>
            <a:srgbClr val="002D3D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building blocks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AI prompt agents, each with its own character, quality score, and on-chain identity. Creators publish; companies subscribe.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863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75488" y="312757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20183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5488" y="340189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Data-analysis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94503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5488" y="367621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Document-drafting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68823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5488" y="395053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 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832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prompt access via credits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45536" y="1507781"/>
            <a:ext cx="2788920" cy="3017520"/>
          </a:xfrm>
          <a:prstGeom prst="rect">
            <a:avLst/>
          </a:prstGeom>
          <a:solidFill>
            <a:srgbClr val="1E1040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154680" y="150876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3291840" y="1636776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9184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1304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81304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working in concert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29184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pipelines that chain agents together. Companies build, version, and sell entire automated processes — no code required on the buyer side.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3099816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401568" y="308152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pipeline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40156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401568" y="339699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workflow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694176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401568" y="367588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3957066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401568" y="395151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loop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26440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workflow execution as SaaS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1508760"/>
            <a:ext cx="2788920" cy="3017520"/>
          </a:xfrm>
          <a:prstGeom prst="rect">
            <a:avLst/>
          </a:prstGeom>
          <a:solidFill>
            <a:srgbClr val="2D1F00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6080760" y="150876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6217920" y="163677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21792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3912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73912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Plug into any AI system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21792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exposed as Model Context Protocol tools. Any external AI (Claude, GPT, custom) can call them — turning the Store into an open intelligence API layer.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3122023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6327648" y="310373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enrichment tool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17920" y="3396343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6327648" y="337805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checker tool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17920" y="3670663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6327648" y="365237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optimizer tool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0" y="3944983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6327648" y="3926695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localisation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08076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619048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tool calls per invocation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33872" y="2633472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--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0" y="4617720"/>
            <a:ext cx="9144000" cy="43891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274320" y="4663440"/>
            <a:ext cx="16459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274320" y="4663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Company A  (Seller)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965960" y="46634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publishes agent / workflow / tool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965960" y="4828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&gt;&gt;&gt;&gt;&gt;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4663440"/>
            <a:ext cx="128016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3931920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Agent Store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57800" y="48280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&gt;&gt;&gt;&gt;&gt;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257800" y="4663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discovers &amp; subscribes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132320" y="4663440"/>
            <a:ext cx="17373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7132320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Company B  (Buyer)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62">
            <a:extLst>
              <a:ext uri="{FF2B5EF4-FFF2-40B4-BE49-F238E27FC236}">
                <a16:creationId xmlns:a16="http://schemas.microsoft.com/office/drawing/2014/main" id="{9E46D590-DF8A-7DA6-DDF3-1590F4DEBE51}"/>
              </a:ext>
            </a:extLst>
          </p:cNvPr>
          <p:cNvSpPr/>
          <p:nvPr/>
        </p:nvSpPr>
        <p:spPr>
          <a:xfrm>
            <a:off x="2926080" y="2580895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4D8"/>
                </a:solidFill>
              </a:rPr>
              <a:t>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  —  FROM SERVICE TO REVENUE IN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team. No custom integrations. No billing setup.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Wrap your service once — sell to every company on the Store instantly.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788920" cy="2606040"/>
          </a:xfrm>
          <a:prstGeom prst="rect">
            <a:avLst/>
          </a:prstGeom>
          <a:solidFill>
            <a:srgbClr val="002D3D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1545336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Expose your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6576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any existing API, workflow, or AI model as an MCP endpoint. No rewrite needed — a thin adapter is all it takes.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/  Python fn  /  Workflow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54680" y="1417320"/>
            <a:ext cx="2788920" cy="2606040"/>
          </a:xfrm>
          <a:prstGeom prst="rect">
            <a:avLst/>
          </a:prstGeom>
          <a:solidFill>
            <a:srgbClr val="1A0D40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154680" y="141732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291840" y="1545336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29184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6791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6791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 on Agent Store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29184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price in credits, define access tiers, and go live. Discovery, documentation, and permissions handled by the Store.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26440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  /  Auto-docs  /  Versioning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417320"/>
            <a:ext cx="2788920" cy="2606040"/>
          </a:xfrm>
          <a:prstGeom prst="rect">
            <a:avLst/>
          </a:prstGeom>
          <a:solidFill>
            <a:srgbClr val="022B1C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6080760" y="141732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217920" y="154533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21792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9399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9399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Companies subscribe &amp; pay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21792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buyer on the Store can discover, trial, and subscribe. Credits flow on-chain automatically — zero invoicing, zero chasing.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076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19048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credits  /  Auto revenue-share  /  Instant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17520" y="2706624"/>
            <a:ext cx="1371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3054096" y="2624328"/>
            <a:ext cx="54864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2962656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</a:rPr>
              <a:t>&gt;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43600" y="2706624"/>
            <a:ext cx="1371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5980176" y="2624328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5888736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&gt;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0" y="4114800"/>
            <a:ext cx="4206240" cy="932688"/>
          </a:xfrm>
          <a:prstGeom prst="rect">
            <a:avLst/>
          </a:prstGeom>
          <a:solidFill>
            <a:srgbClr val="1A080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0" y="4114800"/>
            <a:ext cx="4206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13716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B2B Software Sale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" y="4443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6–18 month sales cycle  ·  Custom integration per buyer  ·  Manual invoicing  ·  No discoverability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60520" y="4206240"/>
            <a:ext cx="822960" cy="822960"/>
          </a:xfrm>
          <a:prstGeom prst="ellipse">
            <a:avLst/>
          </a:prstGeom>
          <a:solidFill>
            <a:srgbClr val="1A305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16052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937760" y="4114800"/>
            <a:ext cx="4206240" cy="932688"/>
          </a:xfrm>
          <a:prstGeom prst="rect">
            <a:avLst/>
          </a:prstGeom>
          <a:solidFill>
            <a:srgbClr val="021A1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4937760" y="411480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07492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Store  (Plug &amp; Play)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4443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 once  ·  Instant discovery  ·  Auto on-chain billing  ·  Any buyer, any time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669970" y="0"/>
            <a:ext cx="4474029" cy="51435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669971" y="514350"/>
            <a:ext cx="4474029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 Store?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 — runs entirely on your servers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intelligence: Claude + Gemini + Replicate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economics built in from day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on-chain credit trail via Monad testnet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Engagement-driven design: characters, guilds, leaderboards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77840" y="17373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5778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53328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testnet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23957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5778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53328" y="23957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 guide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30540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5778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53328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system integration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0" y="371246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5778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53328" y="3712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onboarding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01752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furkanberk20@gmail.com  ·  Agent Store  · 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1180</Words>
  <Application>Microsoft Office PowerPoint</Application>
  <PresentationFormat>On-screen Show (16:9)</PresentationFormat>
  <Paragraphs>209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Store</dc:title>
  <dc:subject>PptxGenJS Presentation</dc:subject>
  <dc:creator>Furkan BERK</dc:creator>
  <cp:lastModifiedBy>Furkan Berk</cp:lastModifiedBy>
  <cp:revision>2</cp:revision>
  <dcterms:created xsi:type="dcterms:W3CDTF">2026-05-05T14:35:52Z</dcterms:created>
  <dcterms:modified xsi:type="dcterms:W3CDTF">2026-05-05T15:39:02Z</dcterms:modified>
</cp:coreProperties>
</file>